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5E7189F-41C5-40C7-90B2-FEC7141F4C1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23434CB-A4F1-47E3-8527-A9C0D4A4A58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06-07-2026 09:56:48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0764C33D-68C3-4A3F-9692-47FF7D0B2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23"/>
            <a:ext cx="12192000" cy="680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3" name="slide3">
            <a:extLst>
              <a:ext uri="{FF2B5EF4-FFF2-40B4-BE49-F238E27FC236}">
                <a16:creationId xmlns:a16="http://schemas.microsoft.com/office/drawing/2014/main" id="{90183EBF-8668-468E-ABFB-1AE0B68DDF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4" y="0"/>
            <a:ext cx="12088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4" name="slide4">
            <a:extLst>
              <a:ext uri="{FF2B5EF4-FFF2-40B4-BE49-F238E27FC236}">
                <a16:creationId xmlns:a16="http://schemas.microsoft.com/office/drawing/2014/main" id="{7A44CDD8-C418-4FAF-8698-066F77E7C8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933"/>
            <a:ext cx="12192000" cy="625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5" name="slide5">
            <a:extLst>
              <a:ext uri="{FF2B5EF4-FFF2-40B4-BE49-F238E27FC236}">
                <a16:creationId xmlns:a16="http://schemas.microsoft.com/office/drawing/2014/main" id="{AE2805CC-4155-44B9-8A6C-A71499FF81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31" y="0"/>
            <a:ext cx="9284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6" name="slide6">
            <a:extLst>
              <a:ext uri="{FF2B5EF4-FFF2-40B4-BE49-F238E27FC236}">
                <a16:creationId xmlns:a16="http://schemas.microsoft.com/office/drawing/2014/main" id="{2B3546F6-7975-4677-A337-BFDD0FF8CF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9" y="0"/>
            <a:ext cx="11694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7" name="slide7">
            <a:extLst>
              <a:ext uri="{FF2B5EF4-FFF2-40B4-BE49-F238E27FC236}">
                <a16:creationId xmlns:a16="http://schemas.microsoft.com/office/drawing/2014/main" id="{988D052D-9F13-4655-A681-6610F90719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9" y="0"/>
            <a:ext cx="11694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8" name="slide8">
            <a:extLst>
              <a:ext uri="{FF2B5EF4-FFF2-40B4-BE49-F238E27FC236}">
                <a16:creationId xmlns:a16="http://schemas.microsoft.com/office/drawing/2014/main" id="{4AC00630-13F6-4565-A1A7-EB579A9C12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026" y="0"/>
            <a:ext cx="5225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9" name="slide9">
            <a:extLst>
              <a:ext uri="{FF2B5EF4-FFF2-40B4-BE49-F238E27FC236}">
                <a16:creationId xmlns:a16="http://schemas.microsoft.com/office/drawing/2014/main" id="{DB27C2CA-6573-4F35-8006-3CC3C12F650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39" y="0"/>
            <a:ext cx="5733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8" id="10" name="slide10">
            <a:extLst>
              <a:ext uri="{FF2B5EF4-FFF2-40B4-BE49-F238E27FC236}">
                <a16:creationId xmlns:a16="http://schemas.microsoft.com/office/drawing/2014/main" id="{F256998C-7063-482A-BCA8-EF5E4E390E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582"/>
            <a:ext cx="12192000" cy="2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1" name="slide11">
            <a:extLst>
              <a:ext uri="{FF2B5EF4-FFF2-40B4-BE49-F238E27FC236}">
                <a16:creationId xmlns:a16="http://schemas.microsoft.com/office/drawing/2014/main" id="{C45C1428-3366-493A-B8F5-2A6A7B95EC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82" y="0"/>
            <a:ext cx="11282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0" id="12" name="slide12">
            <a:extLst>
              <a:ext uri="{FF2B5EF4-FFF2-40B4-BE49-F238E27FC236}">
                <a16:creationId xmlns:a16="http://schemas.microsoft.com/office/drawing/2014/main" id="{6FB74F8A-B730-4AE5-973C-AA4191B996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50" y="0"/>
            <a:ext cx="10790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1" id="13" name="slide13">
            <a:extLst>
              <a:ext uri="{FF2B5EF4-FFF2-40B4-BE49-F238E27FC236}">
                <a16:creationId xmlns:a16="http://schemas.microsoft.com/office/drawing/2014/main" id="{197580E4-C104-4459-9802-5696FAB878F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" y="0"/>
            <a:ext cx="11528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2" id="14" name="slide14">
            <a:extLst>
              <a:ext uri="{FF2B5EF4-FFF2-40B4-BE49-F238E27FC236}">
                <a16:creationId xmlns:a16="http://schemas.microsoft.com/office/drawing/2014/main" id="{22767AF5-9E53-4CFC-B62B-BD475DE22F0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6206"/>
            <a:ext cx="12192000" cy="340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4" id="15" name="slide15">
            <a:extLst>
              <a:ext uri="{FF2B5EF4-FFF2-40B4-BE49-F238E27FC236}">
                <a16:creationId xmlns:a16="http://schemas.microsoft.com/office/drawing/2014/main" id="{0B16A201-A9DE-4AB6-B65D-0394E4855F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83" y="0"/>
            <a:ext cx="10226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5" id="16" name="slide16">
            <a:extLst>
              <a:ext uri="{FF2B5EF4-FFF2-40B4-BE49-F238E27FC236}">
                <a16:creationId xmlns:a16="http://schemas.microsoft.com/office/drawing/2014/main" id="{DF93F959-C6FB-4826-830C-07D79DDF28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78" y="0"/>
            <a:ext cx="8941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6" id="17" name="slide17">
            <a:extLst>
              <a:ext uri="{FF2B5EF4-FFF2-40B4-BE49-F238E27FC236}">
                <a16:creationId xmlns:a16="http://schemas.microsoft.com/office/drawing/2014/main" id="{271DE390-96D6-4A2B-A211-F30C12EF611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0" y="0"/>
            <a:ext cx="11997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2026-07-06T16:26:50Z</dcterms:created>
  <dcterms:modified xsi:type="dcterms:W3CDTF">2026-07-06T16:26:50Z</dcterms:modified>
</cp:coreProperties>
</file>